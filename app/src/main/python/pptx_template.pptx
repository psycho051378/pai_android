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0000"/>
            <a:ext cx="6858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1</a:t>
            </a:r>
          </a:p>
          <a:p>
            <a:r>
              <a:t>Bullet 2</a:t>
            </a:r>
          </a:p>
          <a:p>
            <a:r>
              <a:t>Bullet 3</a:t>
            </a:r>
          </a:p>
          <a:p>
            <a:r>
              <a:t>Bullet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0000"/>
            <a:ext cx="6858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1</a:t>
            </a:r>
          </a:p>
          <a:p>
            <a:r>
              <a:t>Bullet 2</a:t>
            </a:r>
          </a:p>
          <a:p>
            <a:r>
              <a:t>Bullet 3</a:t>
            </a:r>
          </a:p>
          <a:p>
            <a:r>
              <a:t>Bullet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0000"/>
            <a:ext cx="6858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1</a:t>
            </a:r>
          </a:p>
          <a:p>
            <a:r>
              <a:t>Bullet 2</a:t>
            </a:r>
          </a:p>
          <a:p>
            <a:r>
              <a:t>Bullet 3</a:t>
            </a:r>
          </a:p>
          <a:p>
            <a:r>
              <a:t>Bullet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0000"/>
            <a:ext cx="6858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1</a:t>
            </a:r>
          </a:p>
          <a:p>
            <a:r>
              <a:t>Bullet 2</a:t>
            </a:r>
          </a:p>
          <a:p>
            <a:r>
              <a:t>Bullet 3</a:t>
            </a:r>
          </a:p>
          <a:p>
            <a:r>
              <a:t>Bullet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0000"/>
            <a:ext cx="6858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1</a:t>
            </a:r>
          </a:p>
          <a:p>
            <a:r>
              <a:t>Bullet 2</a:t>
            </a:r>
          </a:p>
          <a:p>
            <a:r>
              <a:t>Bullet 3</a:t>
            </a:r>
          </a:p>
          <a:p>
            <a:r>
              <a:t>Bullet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